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Griham: AI-Powered Family Finance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financial tracking for households</a:t>
            </a:r>
          </a:p>
          <a:p>
            <a:pPr lvl="1"/>
            <a:r>
              <a:t>Converts raw financial SMS into structured transactions</a:t>
            </a:r>
          </a:p>
          <a:p>
            <a:pPr lvl="1"/>
            <a:r>
              <a:t>Focus: reliable, low-noise, duplicate-safe ingestion</a:t>
            </a:r>
          </a:p>
          <a:p>
            <a:pPr lvl="1"/>
          </a:p>
          <a:p>
            <a:pPr lvl="1"/>
            <a:r>
              <a:t>Speaker Cue: We are building a family-first finance platform that turns noisy SMS data into actionable financial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data is fragmented across bank apps, cards, wallets</a:t>
            </a:r>
          </a:p>
          <a:p>
            <a:pPr lvl="1"/>
            <a:r>
              <a:t>Most users do not manually log daily transactions</a:t>
            </a:r>
          </a:p>
          <a:p>
            <a:pPr lvl="1"/>
            <a:r>
              <a:t>SMS has rich transaction signals but includes heavy noise (OTP/promos)</a:t>
            </a:r>
          </a:p>
          <a:p>
            <a:pPr lvl="1"/>
            <a:r>
              <a:t>Duplicate processing creates wrong balances and trust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Device-side SMS filtering to keep only financial transaction messages</a:t>
            </a:r>
          </a:p>
          <a:p>
            <a:pPr lvl="1"/>
            <a:r>
              <a:t>AI parser to extract transaction details</a:t>
            </a:r>
          </a:p>
          <a:p>
            <a:pPr lvl="1"/>
            <a:r>
              <a:t>Backend idempotency to prevent duplicate inserts</a:t>
            </a:r>
          </a:p>
          <a:p>
            <a:pPr lvl="1"/>
            <a:r>
              <a:t>Unified family dashboard for income, expenses, accounts, cards, bills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and member management</a:t>
            </a:r>
          </a:p>
          <a:p>
            <a:pPr lvl="1"/>
            <a:r>
              <a:t>Bank accounts, transactions, bills, cards</a:t>
            </a:r>
          </a:p>
          <a:p>
            <a:pPr lvl="1"/>
            <a:r>
              <a:t>AI insights and savings tips</a:t>
            </a:r>
          </a:p>
          <a:p>
            <a:pPr lvl="1"/>
            <a:r>
              <a:t>SMS-to-transaction parser</a:t>
            </a:r>
          </a:p>
          <a:p>
            <a:pPr lvl="1"/>
            <a:r>
              <a:t>Mobile + web 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Device-side SMS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 -&gt; EXCLUDE -&gt; VERIFY -&gt; DEDUPE -&gt; PROCESS</a:t>
            </a:r>
          </a:p>
          <a:p>
            <a:pPr lvl="1"/>
            <a:r>
              <a:t>Allow only known bank sender patterns</a:t>
            </a:r>
          </a:p>
          <a:p>
            <a:pPr lvl="1"/>
            <a:r>
              <a:t>Exclude OTP/promo keywords</a:t>
            </a:r>
          </a:p>
          <a:p>
            <a:pPr lvl="1"/>
            <a:r>
              <a:t>Verify transaction keyword + amount pattern</a:t>
            </a:r>
          </a:p>
          <a:p>
            <a:pPr lvl="1"/>
            <a:r>
              <a:t>Build local fingerprint from sender + date + message body</a:t>
            </a:r>
          </a:p>
          <a:p>
            <a:pPr lvl="1"/>
            <a:r>
              <a:t>Process only unseen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Safety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-&gt; VALIDATE -&gt; IDEMPOTENCY -&gt; PARSE -&gt; SAVE -&gt; RESPOND</a:t>
            </a:r>
          </a:p>
          <a:p>
            <a:pPr lvl="1"/>
            <a:r>
              <a:t>Authenticate user and family role</a:t>
            </a:r>
          </a:p>
          <a:p>
            <a:pPr lvl="1"/>
            <a:r>
              <a:t>Validate SMS payload</a:t>
            </a:r>
          </a:p>
          <a:p>
            <a:pPr lvl="1"/>
            <a:r>
              <a:t>Use idempotency key (client fingerprint or backend-generated)</a:t>
            </a:r>
          </a:p>
          <a:p>
            <a:pPr lvl="1"/>
            <a:r>
              <a:t>Deduplicate using DB unique constraint</a:t>
            </a:r>
          </a:p>
          <a:p>
            <a:pPr lvl="1"/>
            <a:r>
              <a:t>Return created vs duplicate safely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- High 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reads inbox messages</a:t>
            </a:r>
          </a:p>
          <a:p>
            <a:pPr lvl="1"/>
            <a:r>
              <a:t>Rule engine filters likely financial SMS</a:t>
            </a:r>
          </a:p>
          <a:p>
            <a:pPr lvl="1"/>
            <a:r>
              <a:t>API receives selected SMS</a:t>
            </a:r>
          </a:p>
          <a:p>
            <a:pPr lvl="1"/>
            <a:r>
              <a:t>AI parsing service extracts fields</a:t>
            </a:r>
          </a:p>
          <a:p>
            <a:pPr lvl="1"/>
            <a:r>
              <a:t>Finance service writes transaction + updates balance</a:t>
            </a:r>
          </a:p>
          <a:p>
            <a:pPr lvl="1"/>
            <a:r>
              <a:t>Dashboard surfaces insights and trends</a:t>
            </a:r>
          </a:p>
          <a:p>
            <a:pPr lvl="1"/>
            <a:r>
              <a:t>Refer: docs/research/SMS_PROCESSOR_UML.md and SMS_PROCESSOR.drawio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transaction capture rate</a:t>
            </a:r>
          </a:p>
          <a:p>
            <a:pPr lvl="1"/>
            <a:r>
              <a:t>Lower manual effort for users</a:t>
            </a:r>
          </a:p>
          <a:p>
            <a:pPr lvl="1"/>
            <a:r>
              <a:t>Fewer false positives from SMS noise</a:t>
            </a:r>
          </a:p>
          <a:p>
            <a:pPr lvl="1"/>
            <a:r>
              <a:t>Duplicate-safe pipeline improves trust in balances</a:t>
            </a:r>
          </a:p>
          <a:p>
            <a:pPr lvl="1"/>
            <a:r>
              <a:t>Foundation for smart alerts and financial coaching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SMS filter rules implemented</a:t>
            </a:r>
          </a:p>
          <a:p>
            <a:pPr lvl="1"/>
            <a:r>
              <a:t>Local duplicate prevention on mobile</a:t>
            </a:r>
          </a:p>
          <a:p>
            <a:pPr lvl="1"/>
            <a:r>
              <a:t>Backend idempotent SMS processing path</a:t>
            </a:r>
          </a:p>
          <a:p>
            <a:pPr lvl="1"/>
            <a:r>
              <a:t>Duplicate-safe response model (created / duplicate)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to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SMS filter precision (financial vs non-financial)</a:t>
            </a:r>
          </a:p>
          <a:p>
            <a:pPr lvl="1"/>
            <a:r>
              <a:t>Parse success rate</a:t>
            </a:r>
          </a:p>
          <a:p>
            <a:pPr lvl="1"/>
            <a:r>
              <a:t>Duplicate hit rate</a:t>
            </a:r>
          </a:p>
          <a:p>
            <a:pPr lvl="1"/>
            <a:r>
              <a:t>Transaction auto-capture rate</a:t>
            </a:r>
          </a:p>
          <a:p>
            <a:pPr lvl="1"/>
            <a:r>
              <a:t>Monthly active families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confidence thresholds and retry strategy</a:t>
            </a:r>
          </a:p>
          <a:p>
            <a:pPr lvl="1"/>
            <a:r>
              <a:t>Cross-device dedupe hardening</a:t>
            </a:r>
          </a:p>
          <a:p>
            <a:pPr lvl="1"/>
            <a:r>
              <a:t>Better merchant/category normalization</a:t>
            </a:r>
          </a:p>
          <a:p>
            <a:pPr lvl="1"/>
            <a:r>
              <a:t>Alerting and anomaly detection</a:t>
            </a:r>
          </a:p>
          <a:p>
            <a:pPr lvl="1"/>
            <a:r>
              <a:t>Admin analytics and model feedback loop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Griham turns everyday SMS into reliable family finance intelligence</a:t>
            </a:r>
          </a:p>
          <a:p>
            <a:pPr lvl="1"/>
            <a:r>
              <a:t>Fast ingestion</a:t>
            </a:r>
          </a:p>
          <a:p>
            <a:pPr lvl="1"/>
            <a:r>
              <a:t>High signal quality</a:t>
            </a:r>
          </a:p>
          <a:p>
            <a:pPr lvl="1"/>
            <a:r>
              <a:t>Safe, idempotent transaction creation</a:t>
            </a:r>
          </a:p>
          <a:p>
            <a:pPr lvl="1"/>
          </a:p>
          <a:p>
            <a:pPr lvl="1"/>
            <a:r>
              <a:t>Call to Action: Pilot with live users, measure precision and capture rate, then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